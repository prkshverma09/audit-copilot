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YLOOKUP X ENCODE AI HACKATHON | PRODUCT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Problem: Manual 'Tick-and-Tie' in Private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100+ quarterly auditor hours lost in a dinosaur, error-prone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4864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47672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43F5E"/>
                </a:solidFill>
              </a:defRPr>
            </a:pPr>
            <a:r>
              <a:t>BLIND CELL DEPENDENCIES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Complex multi-tier Excel formulas (C4 + D5 = C6) have zero character-level audit trail back to source bank statements.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91839"/>
            <a:ext cx="54864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456432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MANUAL TRANSPOSITION ERRORS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Auditors manually re-type figures from 50-page PDF bank statements into spreadsheets, risking undetected variances.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00600"/>
            <a:ext cx="54864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965192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HIDDEN AUDIT EXCEPTIONS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Suspense accounts, timing reserves, and intercompany wash accounts get buried deep in ledger rows until year-end fire drills.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83080"/>
            <a:ext cx="4937760" cy="434340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2103120"/>
            <a:ext cx="4297680" cy="3749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38BDF8"/>
                </a:solidFill>
              </a:defRPr>
            </a:pPr>
            <a:r>
              <a:t>INDUSTRY REALITY FROM INTERVIEWS</a:t>
            </a:r>
          </a:p>
          <a:p>
            <a:pPr>
              <a:spcAft>
                <a:spcPts val="2000"/>
              </a:spcAft>
              <a:defRPr sz="1500" i="1">
                <a:solidFill>
                  <a:srgbClr val="FFFFFF"/>
                </a:solidFill>
              </a:defRPr>
            </a:pPr>
            <a:r>
              <a:t>“Auditors spend up to 70% of their quarterly engagement just checking whether cash numbers in Excel actually match bank statement PDFs. It is grueling, slow, and totally unautomated.”</a:t>
            </a:r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THE IMPACT: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2-4 weeks delay on every quarterly NAV reporting</a:t>
            </a:r>
            <a:br/>
            <a:r>
              <a:t>• High fee leakage on manual accounting consultant hours</a:t>
            </a:r>
            <a:br/>
            <a:r>
              <a:t>• Severe risk of audit qualification if discrepancies slip 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PRODUCT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Solution: X-Ray Audit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Autonomous dual-engine financial lineage &amp; character-grounded statement verification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0292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47672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1. Formula AST Parser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Decodes Excel formulas (C4 + D5 = C6), extracts arithmetic terms, and maps parent-child dependency trees.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91839"/>
            <a:ext cx="50292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456432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</a:defRPr>
            </a:pPr>
            <a:r>
              <a:t>2. Automated Mathematical Footing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Instantly verifies vertical ledger sums and cross-fund aggregations with zero-tolerance math validation.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00600"/>
            <a:ext cx="50292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965192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3. Grounded PDF Tie-Out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Extracts sub-millimeter bounding boxes from PDF statements for 100% verified, zero-hallucination citations.</a:t>
            </a:r>
          </a:p>
        </p:txBody>
      </p:sp>
      <p:pic>
        <p:nvPicPr>
          <p:cNvPr id="12" name="Picture 11" descr="conce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83080"/>
            <a:ext cx="5394960" cy="30111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High-Level Architecture: Zero-Hallucination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Deterministic 4-stage pipeline connecting multi-fund sheets to source bank statements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949440" cy="387875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955279" y="1737360"/>
            <a:ext cx="3474720" cy="438912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79" y="1920240"/>
            <a:ext cx="30175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38BDF8"/>
                </a:solidFill>
              </a:defRPr>
            </a:pPr>
            <a:r>
              <a:t>CORE GUARANTEES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Deterministic Parsing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Formulas parsed via Python AST; no LLM guessing on math.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Sub-Millimeter Bounding Boxes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Direct PDF character coordinates extracted via PyMuPDF / pdfplumber.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Automated Reconciliation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Re-computes vertical footing &amp; cross-fund tie-outs in &lt;50ms.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Suspense Detection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Automatically flags unresolved balances (e.g. €45,200) with audit warning badges.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ENGINEERING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Technology Stack &amp; Production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Modern, decoupled, enterprise-grade architecture with single-command Docker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FASTAPI BACKEND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Python 3.11 asynchronous server with Pydantic typing, sub-50ms API response times, and modular tie-out engine services.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011680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</a:defRPr>
            </a:pPr>
            <a:r>
              <a:t>PDF &amp; OCR EXTRACTION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PyMuPDF (fitz) + pdfplumber for character-level coordinate localization, bounding box geometry, and multi-format extraction.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206239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NEXT.JS 14 FRONTEND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React 18 App Router, Tailwind CSS, FortuneSheet virtualized spreadsheet canvas, and PDF.js synchronized split-viewer.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77639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206239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TURNKEY DOCKER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Single-command containerization (./run_docker.sh) running frontend, backend, and healthchecks for instant judge evaluation.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