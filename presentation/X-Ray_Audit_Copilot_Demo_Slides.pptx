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YLOOKUP X ENCODE AI HACKATHON | PRODUCT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Problem: Manual Reconciliation in Private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100+ quarterly auditor hours lost cross-referencing spreadsheets against PDF statements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01952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43F5E"/>
                </a:solidFill>
              </a:defRPr>
            </a:pPr>
            <a:r>
              <a:t>01 • NO DOCUMENT PROVENANCE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Formulas like C4 + D5 = C6 reference ledger cells with zero verifiable links to source bank PDFs.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6120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10712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02 • HIGH-RISK MANUAL ENTRY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Auditors manually re-type balances across multiple funds. A single typo triggers days of reconciliation delays.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79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19471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03 • HIDDEN EXCEPTIONS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Unallocated deposits and timing discrepancies stay buried in ledger rows until year-end fire drills.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37360"/>
            <a:ext cx="4937760" cy="434340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011680"/>
            <a:ext cx="42976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38BDF8"/>
                </a:solidFill>
              </a:defRPr>
            </a:pPr>
            <a:r>
              <a:t>ORIGIN: FUND MANAGER INTERVIEWS</a:t>
            </a:r>
          </a:p>
          <a:p>
            <a:pPr>
              <a:spcAft>
                <a:spcPts val="2400"/>
              </a:spcAft>
              <a:defRPr sz="1500" i="1">
                <a:solidFill>
                  <a:srgbClr val="FFFFFF"/>
                </a:solidFill>
              </a:defRPr>
            </a:pPr>
            <a:r>
              <a:t>“Auditors spend up to 70% of quarterly reporting manually matching Excel numbers against PDF bank statements. It is slow, disconnected, and error-prone.”</a:t>
            </a:r>
          </a:p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• 70% — MANUAL TIME</a:t>
            </a:r>
          </a:p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• 2-4 WKS — NAV DELAY</a:t>
            </a:r>
          </a:p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• 100% — PROOF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GEMINI 2.5 MULTIMODAL AI | PRODUCT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Solution: X-Ray Audit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Gemini-powered financial lineage &amp; sub-millimeter character-grounded statement matching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0292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01952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Engine 1 • Gemini 2.5 Multimodal Lineage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Google Gemini multimodal understanding extracts statement metadata, accounts, and verbatim citation quotes into structured JSON.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6120"/>
            <a:ext cx="50292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10712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Engine 2 • Automated Math Verification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Python AST engine recalculates vertical ledger sums (C4 + D5 = C6) and cross-fund balances with zero delta.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79"/>
            <a:ext cx="50292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19471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Engine 3 • Grounded Statement Matching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Extracts exact bounding boxes (bbox) from PDF statements for 100% verified, non-hallucinatory citations.</a:t>
            </a:r>
          </a:p>
        </p:txBody>
      </p:sp>
      <p:pic>
        <p:nvPicPr>
          <p:cNvPr id="12" name="Picture 11" descr="conce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5394960" cy="30111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SYSTEM DESIGN | ZERO-HALLUCINATION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Deterministic 4-stage pipeline connecting multi-fund sheets to source bank statements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7132320" cy="398083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691640"/>
            <a:ext cx="3291840" cy="443484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874519"/>
            <a:ext cx="28346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8BDF8"/>
                </a:solidFill>
              </a:defRPr>
            </a:pPr>
            <a:r>
              <a:t>CORE GUARANTEES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Gemini 2.5 Flash &amp; Pro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Flash for rapid PDF classification; Pro for multimodal financial extraction.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Sub-Millimeter BBox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Direct character coordinate extraction via PyMuPDF and pdfplumber.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Deterministic AST Math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Python AST formula evaluation; zero LLM math guessing or hallucination.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Suspense Alerting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Detects unallocated deposits (e.g. €45,200) with review badges.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ENGINEERING &amp; DELIVERY | PRODUCTION 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Technology Stack &amp; Turnkey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Modern, decoupled architecture with single-command Docker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GOOGLE GEMINI 2.5 (FLASH &amp; PRO)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Official google-genai SDK. Flash for fast PDF classification; Pro for structured financial entity &amp; quote extraction.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65960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FASTAPI &amp; PYTHON 3.11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Asynchronous REST API, formula AST dependency solver, PyMuPDF coordinate geometry, sub-50ms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06239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NEXT.JS 14 &amp; FORTUNESHEET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React 18 App Router, Tailwind CSS, virtualized spreadsheet canvas, and synchronized PDF.js split-viewer.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206239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TURNKEY DOCKER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Single-command containerization (./run_docker.sh) running full stack with optional GEMINI_API_KEY or offline heuristic fallback.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